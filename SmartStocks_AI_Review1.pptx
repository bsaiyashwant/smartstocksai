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oever" initials="w" lastIdx="1" clrIdx="0">
    <p:extLst>
      <p:ext uri="{19B8F6BF-5375-455C-9EA6-DF929625EA0E}">
        <p15:presenceInfo xmlns:p15="http://schemas.microsoft.com/office/powerpoint/2012/main" userId="whoe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0F00A-B9D1-9C8C-A923-65515E58845B}" v="2" dt="2026-03-06T06:06:42.131"/>
    <p1510:client id="{F83C58D0-3220-0443-A04F-ADC2A6B7C823}" v="17" dt="2026-03-06T06:07:03.51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6490A-2B5A-4A78-88B4-B9069912938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21B1-72C9-48EC-AE48-8F81FCB3C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9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3/30/2026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SmartStocks AI: Real-Time Stock Analytics &amp; Prediction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Review </a:t>
            </a:r>
            <a:r>
              <a:rPr lang="en-US" dirty="0"/>
              <a:t>1</a:t>
            </a:r>
            <a:r>
              <a:rPr dirty="0"/>
              <a:t>: System Implementation &amp; Model Integration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MENTOR : Dr N. Sirisha, </a:t>
            </a:r>
            <a:r>
              <a:rPr lang="en-US" dirty="0" err="1"/>
              <a:t>Assoc.Prof</a:t>
            </a:r>
            <a:r>
              <a:rPr lang="en-US" dirty="0"/>
              <a:t>.</a:t>
            </a:r>
            <a:endParaRPr dirty="0"/>
          </a:p>
          <a:p>
            <a:endParaRPr dirty="0"/>
          </a:p>
          <a:p>
            <a:r>
              <a:rPr lang="en-US" b="1" dirty="0"/>
              <a:t>Team Details:</a:t>
            </a:r>
          </a:p>
          <a:p>
            <a:r>
              <a:rPr lang="en-US" dirty="0"/>
              <a:t>Sameer Farhad  |  2320030239  |  CSE</a:t>
            </a:r>
          </a:p>
          <a:p>
            <a:r>
              <a:rPr lang="en-US" dirty="0"/>
              <a:t>Sai Harshit Dasari  |  2320030249  |  CSE</a:t>
            </a:r>
          </a:p>
          <a:p>
            <a:r>
              <a:rPr lang="en-US" dirty="0" err="1"/>
              <a:t>Balivada</a:t>
            </a:r>
            <a:r>
              <a:rPr lang="en-US" dirty="0"/>
              <a:t> Sai Yashwant  |  2310030018  |  CSE</a:t>
            </a:r>
          </a:p>
          <a:p>
            <a:r>
              <a:rPr lang="en-US" b="1" dirty="0"/>
              <a:t>Guide: Dr. N. Sirisha, Assoc. Prof.,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Objective:</a:t>
            </a:r>
            <a:r>
              <a:rPr lang="en-US"/>
              <a:t> Build a Smart Stock Market Analysis System integrating Big Data processing, AI prediction, and interactive visualization in a single platform.</a:t>
            </a:r>
          </a:p>
          <a:p>
            <a:r>
              <a:rPr lang="en-US" b="1"/>
              <a:t>Motivation:</a:t>
            </a:r>
            <a:r>
              <a:rPr lang="en-US"/>
              <a:t> Stock markets generate massive volumes of real-time data — prices, volumes, and indicators. Traditional tools cannot handle such large-scale, continuously evolving data efficiently.</a:t>
            </a:r>
          </a:p>
          <a:p>
            <a:r>
              <a:rPr lang="en-US" b="1"/>
              <a:t>Our Solution:</a:t>
            </a:r>
          </a:p>
          <a:p>
            <a:r>
              <a:rPr lang="en-US"/>
              <a:t>• Apache Spark (PySpark) — Distributed Big Data processing and aggregation</a:t>
            </a:r>
          </a:p>
          <a:p>
            <a:r>
              <a:rPr lang="en-US"/>
              <a:t>• Yahoo Finance API (yfinance) — Near real-time OHLCV stock data ingestion</a:t>
            </a:r>
          </a:p>
          <a:p>
            <a:r>
              <a:rPr lang="en-US"/>
              <a:t>• Machine Learning (Linear Regression) — AI-based next price prediction</a:t>
            </a:r>
          </a:p>
          <a:p>
            <a:r>
              <a:rPr lang="en-US"/>
              <a:t>• Streamlit + Plotly — Interactive dashboard and trading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SmartStocks AI is a full-stack intelligent trading platform that combines Big Data processing with Machine Learning for stock market analysis and simulation.</a:t>
            </a:r>
          </a:p>
          <a:p>
            <a:r>
              <a:rPr lang="en-US" b="1"/>
              <a:t>Core Components:</a:t>
            </a:r>
          </a:p>
          <a:p>
            <a:r>
              <a:rPr lang="en-US"/>
              <a:t>• Big Data Engine: Apache Spark (PySpark) processes large-scale OHLCV datasets using Spark SQL and DataFrames</a:t>
            </a:r>
          </a:p>
          <a:p>
            <a:r>
              <a:rPr lang="en-US"/>
              <a:t>• AI Prediction: Linear Regression model forecasts next-day closing prices from historical trends</a:t>
            </a:r>
          </a:p>
          <a:p>
            <a:r>
              <a:rPr lang="en-US"/>
              <a:t>• Signal Engine: MA10 vs MA50 Moving Average Crossover generates BUY / SELL / HOLD alerts</a:t>
            </a:r>
          </a:p>
          <a:p>
            <a:r>
              <a:rPr lang="en-US"/>
              <a:t>• Streamlit Dashboard: Interactive candlestick charts, live metrics, and virtual trading wallet</a:t>
            </a:r>
          </a:p>
          <a:p>
            <a:r>
              <a:rPr lang="en-US" b="1"/>
              <a:t>Tech Stack: </a:t>
            </a:r>
            <a:r>
              <a:rPr lang="en-US"/>
              <a:t>Apache Spark | PySpark | Spark SQL | Streamlit | Plotly | Scikit-learn | yfinance |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35708"/>
            <a:ext cx="7729728" cy="4485132"/>
          </a:xfrm>
        </p:spPr>
        <p:txBody>
          <a:bodyPr>
            <a:normAutofit/>
          </a:bodyPr>
          <a:lstStyle/>
          <a:p>
            <a:r>
              <a:rPr lang="en-US" b="1" dirty="0"/>
              <a:t>Data Source:</a:t>
            </a:r>
            <a:r>
              <a:rPr lang="en-US" dirty="0"/>
              <a:t> Yahoo Finance API (</a:t>
            </a:r>
            <a:r>
              <a:rPr lang="en-US" dirty="0" err="1"/>
              <a:t>yfinance</a:t>
            </a:r>
            <a:r>
              <a:rPr lang="en-US" dirty="0"/>
              <a:t>) — free Python library, no authentication required</a:t>
            </a:r>
          </a:p>
          <a:p>
            <a:r>
              <a:rPr lang="en-US" b="1" dirty="0"/>
              <a:t>Supported Stock Symbols:</a:t>
            </a:r>
            <a:r>
              <a:rPr lang="en-US" dirty="0"/>
              <a:t> AAPL, TSLA, TCS.NS, RELIANCE.NS, SBIN.NS, INFY.NS and more</a:t>
            </a:r>
          </a:p>
          <a:p>
            <a:r>
              <a:rPr lang="en-US" b="1" dirty="0"/>
              <a:t>Dataset Fields:</a:t>
            </a:r>
          </a:p>
          <a:p>
            <a:r>
              <a:rPr lang="en-US" dirty="0"/>
              <a:t>• Date — Trading date timestamp</a:t>
            </a:r>
          </a:p>
          <a:p>
            <a:r>
              <a:rPr lang="en-US" dirty="0"/>
              <a:t>• Open — Opening price of the trading session</a:t>
            </a:r>
          </a:p>
          <a:p>
            <a:r>
              <a:rPr lang="en-US" dirty="0"/>
              <a:t>• High / Low — Session high and low prices</a:t>
            </a:r>
          </a:p>
          <a:p>
            <a:r>
              <a:rPr lang="en-US" dirty="0"/>
              <a:t>• Close — Last traded / closing price</a:t>
            </a:r>
          </a:p>
          <a:p>
            <a:r>
              <a:rPr lang="en-US" dirty="0"/>
              <a:t>• Volume — Total shares traded in the session</a:t>
            </a:r>
          </a:p>
          <a:p>
            <a:r>
              <a:rPr lang="en-US" b="1" dirty="0"/>
              <a:t>Processing Pipeline:</a:t>
            </a:r>
            <a:r>
              <a:rPr lang="en-US" dirty="0"/>
              <a:t> Fetch raw data → Load to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→ Drop nulls → Compute aggregations → Feed to ML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35708"/>
            <a:ext cx="7729728" cy="44394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system ingests and processes OHLCV (Open, High, Low, Close, Volume) data for each stock symbol. These features form the foundation for all analytics, signals, and ML predictions.</a:t>
            </a:r>
          </a:p>
          <a:p>
            <a:r>
              <a:rPr lang="en-US" b="1" dirty="0"/>
              <a:t>OHLCV Feature Details:</a:t>
            </a:r>
          </a:p>
          <a:p>
            <a:r>
              <a:rPr lang="en-US" dirty="0"/>
              <a:t>• Open Price — First traded price at market open; baseline for session direction</a:t>
            </a:r>
          </a:p>
          <a:p>
            <a:r>
              <a:rPr lang="en-US" dirty="0"/>
              <a:t>• High Price — Session peak; used for resistance analysis</a:t>
            </a:r>
          </a:p>
          <a:p>
            <a:r>
              <a:rPr lang="en-US" dirty="0"/>
              <a:t>• Low Price — Session trough; used for support analysis</a:t>
            </a:r>
          </a:p>
          <a:p>
            <a:r>
              <a:rPr lang="en-US" dirty="0"/>
              <a:t>• Close Price — Final traded price; primary input for ML model and Moving Averages (MA10, MA50)</a:t>
            </a:r>
          </a:p>
          <a:p>
            <a:r>
              <a:rPr lang="en-US" dirty="0"/>
              <a:t>• Volume — Total shares traded; signals market activity and trend strength</a:t>
            </a:r>
          </a:p>
          <a:p>
            <a:r>
              <a:rPr lang="en-US" b="1" dirty="0"/>
              <a:t>Derived Features:</a:t>
            </a:r>
            <a:r>
              <a:rPr lang="en-US" dirty="0"/>
              <a:t> MA10 (10-day Moving Avg), MA50 (50-day Moving Avg) — used for crossover signal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53996"/>
            <a:ext cx="7729728" cy="4466844"/>
          </a:xfrm>
        </p:spPr>
        <p:txBody>
          <a:bodyPr>
            <a:normAutofit/>
          </a:bodyPr>
          <a:lstStyle/>
          <a:p>
            <a:r>
              <a:rPr lang="en-US" dirty="0"/>
              <a:t>Apache Spark (</a:t>
            </a:r>
            <a:r>
              <a:rPr lang="en-US" dirty="0" err="1"/>
              <a:t>PySpark</a:t>
            </a:r>
            <a:r>
              <a:rPr lang="en-US" dirty="0"/>
              <a:t>) serves as the core distributed processing engine, enabling scalable analytics on large stock datasets that would be inefficient with traditional single-machine tools.</a:t>
            </a:r>
          </a:p>
          <a:p>
            <a:r>
              <a:rPr lang="en-US" b="1" dirty="0"/>
              <a:t>Processing Steps:</a:t>
            </a:r>
          </a:p>
          <a:p>
            <a:r>
              <a:rPr lang="en-US" dirty="0"/>
              <a:t>• Raw OHLCV data from </a:t>
            </a:r>
            <a:r>
              <a:rPr lang="en-US" dirty="0" err="1"/>
              <a:t>yfinance</a:t>
            </a:r>
            <a:r>
              <a:rPr lang="en-US" dirty="0"/>
              <a:t> is loaded into a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• Spark SQL queries compute aggregations: AVG price, MAX/MIN price, SUM volume, trend analytics</a:t>
            </a:r>
          </a:p>
          <a:p>
            <a:r>
              <a:rPr lang="en-US" dirty="0"/>
              <a:t>• Null values are dropped; data is cleaned before analysis</a:t>
            </a:r>
          </a:p>
          <a:p>
            <a:r>
              <a:rPr lang="en-US" dirty="0"/>
              <a:t>• Processed results feed into the trading signal engine and ML prediction module</a:t>
            </a:r>
          </a:p>
          <a:p>
            <a:r>
              <a:rPr lang="en-US" b="1" dirty="0"/>
              <a:t>Key Advantage:</a:t>
            </a:r>
            <a:r>
              <a:rPr lang="en-US" dirty="0"/>
              <a:t> Spark’s in-memory distributed processing outperforms traditional MapReduce-based approaches, allowing real-time analytics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44852"/>
            <a:ext cx="7729728" cy="438454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The analytics engine combines Spark-based aggregation with a Moving Average Crossover strategy and a Linear Regression ML model to deliver actionable insights.</a:t>
            </a:r>
          </a:p>
          <a:p>
            <a:r>
              <a:rPr lang="en-US" b="1"/>
              <a:t>Spark SQL Aggregations:</a:t>
            </a:r>
          </a:p>
          <a:p>
            <a:r>
              <a:rPr lang="en-US"/>
              <a:t>• Average Closing Price — baseline price trend over selected period</a:t>
            </a:r>
          </a:p>
          <a:p>
            <a:r>
              <a:rPr lang="en-US"/>
              <a:t>• Maximum / Minimum Price — session range and volatility indicators</a:t>
            </a:r>
          </a:p>
          <a:p>
            <a:r>
              <a:rPr lang="en-US"/>
              <a:t>• Total Volume — market participation and liquidity measure</a:t>
            </a:r>
          </a:p>
          <a:p>
            <a:r>
              <a:rPr lang="en-US" b="1"/>
              <a:t>Trading Signal Generator:</a:t>
            </a:r>
          </a:p>
          <a:p>
            <a:r>
              <a:rPr lang="en-US"/>
              <a:t>• MA10 crosses above MA50 → BUY signal</a:t>
            </a:r>
          </a:p>
          <a:p>
            <a:r>
              <a:rPr lang="en-US"/>
              <a:t>• MA10 crosses below MA50 → SELL signal</a:t>
            </a:r>
          </a:p>
          <a:p>
            <a:r>
              <a:rPr lang="en-US"/>
              <a:t>• No crossover detected → HOLD signal</a:t>
            </a:r>
          </a:p>
          <a:p>
            <a:r>
              <a:rPr lang="en-US" b="1"/>
              <a:t>AI Prediction:</a:t>
            </a:r>
            <a:r>
              <a:rPr lang="en-US"/>
              <a:t> Linear Regression (Scikit-learn) trained on historical closing prices predicts next trading day’s closing price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is organized into six independent, modular components that work together as an integrated pipeline.</a:t>
            </a:r>
          </a:p>
          <a:p>
            <a:r>
              <a:rPr lang="en-US" b="1"/>
              <a:t>Module 1 — Data Acquisition:</a:t>
            </a:r>
            <a:r>
              <a:rPr lang="en-US"/>
              <a:t> Fetches near real-time OHLCV stock data from Yahoo Finance API via yfinance library</a:t>
            </a:r>
          </a:p>
          <a:p>
            <a:r>
              <a:rPr lang="en-US" b="1"/>
              <a:t>Module 2 — Spark Processing:</a:t>
            </a:r>
            <a:r>
              <a:rPr lang="en-US"/>
              <a:t> Converts data to PySpark DataFrame; computes AVG, MAX, MIN, SUM aggregations</a:t>
            </a:r>
          </a:p>
          <a:p>
            <a:r>
              <a:rPr lang="en-US" b="1"/>
              <a:t>Module 3 — Signal Generator:</a:t>
            </a:r>
            <a:r>
              <a:rPr lang="en-US"/>
              <a:t> MA10 vs MA50 crossover strategy generates BUY / SELL / HOLD signals</a:t>
            </a:r>
          </a:p>
          <a:p>
            <a:r>
              <a:rPr lang="en-US" b="1"/>
              <a:t>Module 4 — AI Prediction:</a:t>
            </a:r>
            <a:r>
              <a:rPr lang="en-US"/>
              <a:t> Linear Regression predicts next trading day’s closing price</a:t>
            </a:r>
          </a:p>
          <a:p>
            <a:r>
              <a:rPr lang="en-US" b="1"/>
              <a:t>Module 5 — Trading Simulator:</a:t>
            </a:r>
            <a:r>
              <a:rPr lang="en-US"/>
              <a:t> Virtual wallet tracks balance, buy/sell orders, holdings, and profit/loss</a:t>
            </a:r>
          </a:p>
          <a:p>
            <a:r>
              <a:rPr lang="en-US" b="1"/>
              <a:t>Module 6 — Visualization:</a:t>
            </a:r>
            <a:r>
              <a:rPr lang="en-US"/>
              <a:t> Streamlit renders interactive Plotly candlestick charts, live price metrics, and signal badges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99716"/>
            <a:ext cx="7729728" cy="44485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end-to-end workflow takes a user from stock selection to simulated trading in six steps.</a:t>
            </a:r>
          </a:p>
          <a:p>
            <a:r>
              <a:rPr lang="en-US" b="1" dirty="0"/>
              <a:t>Step 1 — User Opens Dashboard:</a:t>
            </a:r>
            <a:r>
              <a:rPr lang="en-US" dirty="0"/>
              <a:t> Launches </a:t>
            </a:r>
            <a:r>
              <a:rPr lang="en-US" dirty="0" err="1"/>
              <a:t>Streamlit</a:t>
            </a:r>
            <a:r>
              <a:rPr lang="en-US" dirty="0"/>
              <a:t> app and selects a stock symbol (AAPL, TCS.NS, RELIANCE.NS, TSLA, etc.)</a:t>
            </a:r>
          </a:p>
          <a:p>
            <a:r>
              <a:rPr lang="en-US" b="1" dirty="0"/>
              <a:t>Step 2 — Data Fetched:</a:t>
            </a:r>
            <a:r>
              <a:rPr lang="en-US" dirty="0"/>
              <a:t> </a:t>
            </a:r>
            <a:r>
              <a:rPr lang="en-US" dirty="0" err="1"/>
              <a:t>yfinance</a:t>
            </a:r>
            <a:r>
              <a:rPr lang="en-US" dirty="0"/>
              <a:t> API retrieves historical and near real-time OHLCV data</a:t>
            </a:r>
          </a:p>
          <a:p>
            <a:r>
              <a:rPr lang="en-US" b="1" dirty="0"/>
              <a:t>Step 3 — Spark Processes Data:</a:t>
            </a:r>
            <a:r>
              <a:rPr lang="en-US" dirty="0"/>
              <a:t> </a:t>
            </a:r>
            <a:r>
              <a:rPr lang="en-US" dirty="0" err="1"/>
              <a:t>PySpark</a:t>
            </a:r>
            <a:r>
              <a:rPr lang="en-US" dirty="0"/>
              <a:t> loads data into </a:t>
            </a:r>
            <a:r>
              <a:rPr lang="en-US" dirty="0" err="1"/>
              <a:t>DataFrame</a:t>
            </a:r>
            <a:r>
              <a:rPr lang="en-US" dirty="0"/>
              <a:t>; Spark SQL computes statistics and aggregations</a:t>
            </a:r>
          </a:p>
          <a:p>
            <a:r>
              <a:rPr lang="en-US" b="1" dirty="0"/>
              <a:t>Step 4 — Signals Generated:</a:t>
            </a:r>
            <a:r>
              <a:rPr lang="en-US" dirty="0"/>
              <a:t> Moving Average Crossover analyzed → BUY / SELL / HOLD signal displayed</a:t>
            </a:r>
          </a:p>
          <a:p>
            <a:r>
              <a:rPr lang="en-US" b="1" dirty="0"/>
              <a:t>Step 5 — AI Predicts Price:</a:t>
            </a:r>
            <a:r>
              <a:rPr lang="en-US" dirty="0"/>
              <a:t> Linear Regression model forecasts next closing price from historical trend data</a:t>
            </a:r>
          </a:p>
          <a:p>
            <a:r>
              <a:rPr lang="en-US" b="1" dirty="0"/>
              <a:t>Step 6 — User Simulates Trade:</a:t>
            </a:r>
            <a:r>
              <a:rPr lang="en-US" dirty="0"/>
              <a:t> Buys/sells using virtual wallet; holdings, P&amp;L and transaction history updated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53996"/>
            <a:ext cx="7729728" cy="453085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system is organized into four distinct layers, from raw data ingestion to user-facing dashboard.</a:t>
            </a:r>
          </a:p>
          <a:p>
            <a:r>
              <a:rPr lang="en-US" b="1" dirty="0"/>
              <a:t>Layer 1 — Data Source Layer:</a:t>
            </a:r>
            <a:r>
              <a:rPr lang="en-US" dirty="0"/>
              <a:t> Yahoo Finance API fetches live OHLCV stock price data using the </a:t>
            </a:r>
            <a:r>
              <a:rPr lang="en-US" dirty="0" err="1"/>
              <a:t>yfinance</a:t>
            </a:r>
            <a:r>
              <a:rPr lang="en-US" dirty="0"/>
              <a:t> Python library</a:t>
            </a:r>
          </a:p>
          <a:p>
            <a:r>
              <a:rPr lang="en-US" b="1" dirty="0"/>
              <a:t>Layer 2 — Big Data Processing Layer (Apache Spark):</a:t>
            </a:r>
          </a:p>
          <a:p>
            <a:r>
              <a:rPr lang="en-US" dirty="0"/>
              <a:t>• </a:t>
            </a:r>
            <a:r>
              <a:rPr lang="en-US" dirty="0" err="1"/>
              <a:t>PySpark</a:t>
            </a:r>
            <a:r>
              <a:rPr lang="en-US" dirty="0"/>
              <a:t> converts raw data into Spark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• Spark SQL computes: AVG price | MAX/MIN price | SUM volume | Trend analytics</a:t>
            </a:r>
          </a:p>
          <a:p>
            <a:r>
              <a:rPr lang="en-US" b="1" dirty="0"/>
              <a:t>Layer 3 — Intelligence Layer:</a:t>
            </a:r>
          </a:p>
          <a:p>
            <a:r>
              <a:rPr lang="en-US" dirty="0"/>
              <a:t>• Moving Average Crossover (MA10 vs MA50) → BUY / SELL / HOLD signal generation</a:t>
            </a:r>
          </a:p>
          <a:p>
            <a:r>
              <a:rPr lang="en-US" dirty="0"/>
              <a:t>• Linear Regression model → Predicts next day’s closing stock price</a:t>
            </a:r>
          </a:p>
          <a:p>
            <a:r>
              <a:rPr lang="en-US" b="1" dirty="0"/>
              <a:t>Layer 4 — Presentation Layer: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Dashboard → Candlestick charts, live metrics, trading signals, wallet UI</a:t>
            </a:r>
          </a:p>
          <a:p>
            <a:r>
              <a:rPr lang="en-US" b="1" dirty="0"/>
              <a:t>Data Flow:</a:t>
            </a:r>
            <a:r>
              <a:rPr lang="en-US" dirty="0"/>
              <a:t> Yahoo Finance API → Apache Spark → Signals + AI → </a:t>
            </a:r>
            <a:r>
              <a:rPr lang="en-US" dirty="0" err="1"/>
              <a:t>Streamlit</a:t>
            </a:r>
            <a:r>
              <a:rPr lang="en-US" dirty="0"/>
              <a:t>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72284"/>
            <a:ext cx="7729728" cy="458571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Big Data Technologies:</a:t>
            </a:r>
          </a:p>
          <a:p>
            <a:r>
              <a:rPr lang="en-US" dirty="0"/>
              <a:t>• Apache Spark (</a:t>
            </a:r>
            <a:r>
              <a:rPr lang="en-US" dirty="0" err="1"/>
              <a:t>PySpark</a:t>
            </a:r>
            <a:r>
              <a:rPr lang="en-US" dirty="0"/>
              <a:t>) — Distributed data processing engine</a:t>
            </a:r>
          </a:p>
          <a:p>
            <a:r>
              <a:rPr lang="en-US" dirty="0"/>
              <a:t>• Spark SQL — Large-scale SQL queries on Spark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b="1" dirty="0"/>
              <a:t>Programming &amp; Frameworks:</a:t>
            </a:r>
          </a:p>
          <a:p>
            <a:r>
              <a:rPr lang="en-US" dirty="0"/>
              <a:t>• Python 3.x — Core programming language</a:t>
            </a:r>
          </a:p>
          <a:p>
            <a:r>
              <a:rPr lang="en-US" dirty="0"/>
              <a:t>• </a:t>
            </a:r>
            <a:r>
              <a:rPr lang="en-US" dirty="0" err="1"/>
              <a:t>Streamlit</a:t>
            </a:r>
            <a:r>
              <a:rPr lang="en-US" dirty="0"/>
              <a:t> — Interactive web-based dashboard</a:t>
            </a:r>
          </a:p>
          <a:p>
            <a:r>
              <a:rPr lang="en-US" dirty="0"/>
              <a:t>• Plotly — Candlestick charts and financial visualization</a:t>
            </a:r>
          </a:p>
          <a:p>
            <a:r>
              <a:rPr lang="en-US" b="1" dirty="0"/>
              <a:t>Machine Learning:</a:t>
            </a:r>
          </a:p>
          <a:p>
            <a:r>
              <a:rPr lang="en-US" dirty="0"/>
              <a:t>• Scikit-learn — Linear Regression for AI price prediction</a:t>
            </a:r>
          </a:p>
          <a:p>
            <a:r>
              <a:rPr lang="en-US" dirty="0"/>
              <a:t>• NumPy — Numerical computation and feature engineering</a:t>
            </a:r>
          </a:p>
          <a:p>
            <a:r>
              <a:rPr lang="en-US" b="1" dirty="0"/>
              <a:t>Data Source &amp; Dev Environment:</a:t>
            </a:r>
          </a:p>
          <a:p>
            <a:r>
              <a:rPr lang="en-US" dirty="0"/>
              <a:t>• Yahoo Finance API (</a:t>
            </a:r>
            <a:r>
              <a:rPr lang="en-US" dirty="0" err="1"/>
              <a:t>yfinance</a:t>
            </a:r>
            <a:r>
              <a:rPr lang="en-US" dirty="0"/>
              <a:t>) — Live OHLCV stock data feed</a:t>
            </a:r>
          </a:p>
          <a:p>
            <a:r>
              <a:rPr lang="en-US" dirty="0"/>
              <a:t>• Visual Studio Code (VS Code) — Development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Results,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53996"/>
            <a:ext cx="7729728" cy="4530852"/>
          </a:xfrm>
        </p:spPr>
        <p:txBody>
          <a:bodyPr>
            <a:normAutofit/>
          </a:bodyPr>
          <a:lstStyle/>
          <a:p>
            <a:r>
              <a:rPr lang="en-US" b="1" dirty="0"/>
              <a:t>Achievements:</a:t>
            </a:r>
          </a:p>
          <a:p>
            <a:r>
              <a:rPr lang="en-US" dirty="0"/>
              <a:t>• Successfully integrated Apache Spark Big Data processing with ML and </a:t>
            </a:r>
            <a:r>
              <a:rPr lang="en-US" dirty="0" err="1"/>
              <a:t>Streamlit</a:t>
            </a:r>
            <a:r>
              <a:rPr lang="en-US" dirty="0"/>
              <a:t> into one platform</a:t>
            </a:r>
          </a:p>
          <a:p>
            <a:r>
              <a:rPr lang="en-US" dirty="0"/>
              <a:t>• Real-time BUY / SELL / HOLD signals generated via MA10 vs MA50 crossover strategy</a:t>
            </a:r>
          </a:p>
          <a:p>
            <a:r>
              <a:rPr lang="en-US" dirty="0"/>
              <a:t>• AI-based next-day price prediction deployed using Linear Regression on historical data</a:t>
            </a:r>
          </a:p>
          <a:p>
            <a:r>
              <a:rPr lang="en-US" dirty="0"/>
              <a:t>• Interactive virtual trading wallet with P&amp;L tracking and transaction history</a:t>
            </a:r>
          </a:p>
          <a:p>
            <a:r>
              <a:rPr lang="en-US" b="1" dirty="0"/>
              <a:t>Advantages:</a:t>
            </a:r>
            <a:r>
              <a:rPr lang="en-US" dirty="0"/>
              <a:t> Scalable Spark architecture | No real money risk | Modular design | Supports multiple stock symbols</a:t>
            </a:r>
          </a:p>
          <a:p>
            <a:r>
              <a:rPr lang="en-US" b="1" dirty="0"/>
              <a:t>Limitations:</a:t>
            </a:r>
            <a:r>
              <a:rPr lang="en-US" dirty="0"/>
              <a:t> Near real-time data only (no tick-level feed) | Basic Linear Regression (not LSTM) | Local Spark mode only | Simulated trading environment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81428"/>
            <a:ext cx="7729728" cy="446684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Conclusion:</a:t>
            </a:r>
          </a:p>
          <a:p>
            <a:r>
              <a:rPr lang="en-US" dirty="0"/>
              <a:t>This project demonstrates the successful integration of Apache Spark Big Data processing with Machine Learning and </a:t>
            </a:r>
            <a:r>
              <a:rPr lang="en-US" dirty="0" err="1"/>
              <a:t>Streamlit</a:t>
            </a:r>
            <a:r>
              <a:rPr lang="en-US" dirty="0"/>
              <a:t> to build a Smart Stock Market Dashboard — providing a realistic, risk-free simulation and showcasing the practical application of distributed computing and AI in financial analytics.</a:t>
            </a:r>
          </a:p>
          <a:p>
            <a:r>
              <a:rPr lang="en-US" b="1" dirty="0"/>
              <a:t>Future Enhancements:</a:t>
            </a:r>
          </a:p>
          <a:p>
            <a:r>
              <a:rPr lang="en-US" dirty="0"/>
              <a:t>• Spark Streaming — Replace batch with real-time Spark Structured Streaming</a:t>
            </a:r>
          </a:p>
          <a:p>
            <a:r>
              <a:rPr lang="en-US" dirty="0"/>
              <a:t>• Apache Kafka — High-throughput data ingestion pipeline for tick-level stock feed</a:t>
            </a:r>
          </a:p>
          <a:p>
            <a:r>
              <a:rPr lang="en-US" dirty="0"/>
              <a:t>• Advanced ML Models — LSTM, </a:t>
            </a:r>
            <a:r>
              <a:rPr lang="en-US" dirty="0" err="1"/>
              <a:t>XGBoost</a:t>
            </a:r>
            <a:r>
              <a:rPr lang="en-US" dirty="0"/>
              <a:t> or Transformer-based models for better forecasting</a:t>
            </a:r>
          </a:p>
          <a:p>
            <a:r>
              <a:rPr lang="en-US" dirty="0"/>
              <a:t>• Multi-User Authentication — Individual portfolios, watchlists and leaderboard tracking</a:t>
            </a:r>
          </a:p>
          <a:p>
            <a:r>
              <a:rPr lang="en-US" dirty="0"/>
              <a:t>• Cloud Deployment — AWS / Azure using Databricks or Amazon EMR for true Big Data scale</a:t>
            </a:r>
          </a:p>
          <a:p>
            <a:r>
              <a:rPr lang="en-US" b="1" dirty="0"/>
              <a:t>References:</a:t>
            </a:r>
            <a:r>
              <a:rPr lang="en-US" dirty="0"/>
              <a:t> Zaharia et al. (2010) | Dean &amp; Ghemawat (2004) | Armbrust et al. (2015) | spark.apache.org | pypi.org/project/</a:t>
            </a:r>
            <a:r>
              <a:rPr lang="en-US" dirty="0" err="1"/>
              <a:t>yfinance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1543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Parcel</vt:lpstr>
      <vt:lpstr>SmartStocks AI: Real-Time Stock Analytics &amp; Prediction Dashboard</vt:lpstr>
      <vt:lpstr>Introduction</vt:lpstr>
      <vt:lpstr>Project Overview</vt:lpstr>
      <vt:lpstr>Data Acquisition</vt:lpstr>
      <vt:lpstr>Data Features</vt:lpstr>
      <vt:lpstr>Big Data Processing</vt:lpstr>
      <vt:lpstr>Analytics Engine</vt:lpstr>
      <vt:lpstr>System Modules</vt:lpstr>
      <vt:lpstr>System Workflow</vt:lpstr>
      <vt:lpstr>System Architecture</vt:lpstr>
      <vt:lpstr>Tools &amp; Technologies</vt:lpstr>
      <vt:lpstr>Results, Advantages &amp; Limitations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Preserving performance of ml models using MLOps</dc:title>
  <dc:creator>Varshika Dasari</dc:creator>
  <cp:lastModifiedBy>Sai Yashwant</cp:lastModifiedBy>
  <cp:revision>12</cp:revision>
  <dcterms:created xsi:type="dcterms:W3CDTF">2022-09-15T19:17:00Z</dcterms:created>
  <dcterms:modified xsi:type="dcterms:W3CDTF">2026-03-30T09:29:13Z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3936C35BB73A4955AF09C77BF7191492</vt:lpwstr>
  </property>
  <property fmtid="{D5CDD505-2E9C-101B-9397-08002B2CF9AE}" pid="3" name="KSOProductBuildVer">
    <vt:lpwstr>1033-11.2.0.11306</vt:lpwstr>
  </property>
</Properties>
</file>